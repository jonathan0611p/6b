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C968-2DF4-21CB-D9FE-56E9C8E53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3616A-936D-939F-79DA-4E66547BD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8E4D4-5820-3D94-AAE1-AD45E0DF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3AE21-3537-C5F9-DE90-ABA8ECE1A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B602D-F422-5818-C209-9FCA70C6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68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A6AE-4A41-01ED-22EC-FE69A0AB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81D18-066D-EE67-1F8E-5F9019983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A4C8E-E1BA-D220-D71F-0C4A27BAD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BDD35-A6B1-D807-E375-D99C0B4F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7F675-42FC-22D5-7E60-540BDA1A1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85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4BB5-1CF8-C233-F999-A0648BAC7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12816-D72E-8AD5-66AA-1B168253A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66A3B-3975-F361-43AF-2A7560740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3FE64-B46A-06E1-6B1D-D48973806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CE4BD-4043-51DE-D717-A4DD7FDB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3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7FC4C-E312-C356-97C9-BB7105FD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E93A3-2049-EBAA-AC17-397A8EB98F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3BB9A-0207-2D5C-FCFE-61ABB5ADD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8127D-A3A3-661B-DA6D-1DC8BD4C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BA7A7-6684-C808-61D0-CB26C457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9A86A-4BF6-DD90-3A0B-9F2CD58F8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2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64128-2ACB-1B6B-D1F5-B7E1FF6F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C3CEA-6028-6BF9-B0E1-EB32B24F3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C14D9-75B7-5268-86D0-04B6E18BB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CB83A-39AF-5FEA-8090-2DB2194A1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DA86CE-3C28-DC95-497B-F50D99326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439DA8-54D0-36EF-F74E-54F2507AB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80BF2-DEA6-00B0-3F66-26239187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AB114-85A2-961A-0660-8A05823D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1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8E8B3-419C-910E-9381-95F34BCA1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C5DC0-1E4B-7C3F-5F3E-3B0C23B98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1FADB-F3FF-9A2D-AC61-5180EACFF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D0466-F7D2-318E-DA24-81BFF3BB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3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78076-9C90-44C3-CD17-16A16638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553CE-D682-006D-D7FB-CF616CFD1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549C1-3386-2005-5E92-C7F8F3DC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52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268E-4736-CB3A-C232-940FAF922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CA698-CD62-AAC8-7565-0C20C9E1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70E8B-92C3-7C1E-CA68-A98DC8D9E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261D3-C7A5-5704-601D-0D7BEC6B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AFCC7-7C29-BA08-5724-9C1AEF18F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BB605-5813-DA82-D7F9-DB453129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369A-B1F3-2DFA-E8B4-38B3C9D34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AF7612-A47F-D1A1-7649-FE6A5E15C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96133-F008-96E4-CAA6-201D73CFF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401F9-1EC0-5C23-3146-EB57690C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9EC03-8237-290C-DC7F-FA749268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C26C9-B4D9-7E50-2A62-1380CD5A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3302C-46F4-82C6-7D8B-E141CA598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5A017-E054-B9FB-C0CA-60476B774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3DCF-B799-A229-44A4-499EF6EA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03D30-AEBF-596A-4FE4-BE4BFE48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62CD8-E494-8895-1413-ED7A37A8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00695-FED0-8E40-31B1-1F5B48674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4DA81-0D67-9785-6A59-5C04D637E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799FE-2CF9-FEAA-F63D-B04D72C27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89A6D-CD51-4D40-0D27-DF4D266E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07B9C-1B8C-C394-C45F-0BAC2277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43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A1B0A5-EAEB-2734-408C-31E5F77B2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E9FD6-61BE-84D7-73FC-72818024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0DFDE-4093-DFAE-C8C9-8EBC78F64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E0B40-6E93-429C-97AD-28BE2996EB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27EC5-0AAF-37E3-C49A-5A74265C06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0FC94-2DAD-A634-EDAB-730EC8F71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7865B-84E8-48DA-B673-F1266C9B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8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87103/window_frame_templat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publicdomainpictures.net/en/view-image.php?image=284619&amp;picture=red-button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2EE2-D9F9-9EA5-1504-3D24B95BB5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A6E86-292B-2F20-8335-69BD8F347F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3310D5-47FA-1304-4EE4-63C05F2B8F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188CA-83AC-C77D-7593-AD4FDF91A52B}"/>
              </a:ext>
            </a:extLst>
          </p:cNvPr>
          <p:cNvSpPr/>
          <p:nvPr/>
        </p:nvSpPr>
        <p:spPr>
          <a:xfrm>
            <a:off x="5332476" y="4785994"/>
            <a:ext cx="1527048" cy="47180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0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B217 Student</dc:creator>
  <cp:lastModifiedBy>B217 Student</cp:lastModifiedBy>
  <cp:revision>1</cp:revision>
  <dcterms:created xsi:type="dcterms:W3CDTF">2026-10-01T20:59:57Z</dcterms:created>
  <dcterms:modified xsi:type="dcterms:W3CDTF">2026-10-01T21:04:07Z</dcterms:modified>
</cp:coreProperties>
</file>